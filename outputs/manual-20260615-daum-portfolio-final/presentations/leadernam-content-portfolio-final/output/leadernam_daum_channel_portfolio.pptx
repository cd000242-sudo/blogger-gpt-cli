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35472df7184352" /><Relationship Type="http://schemas.openxmlformats.org/officeDocument/2006/relationships/extended-properties" Target="/docProps/app.xml" Id="R7fe4339acfb04315" /><Relationship Type="http://schemas.openxmlformats.org/officeDocument/2006/relationships/officeDocument" Target="/ppt/presentation.xml" Id="Rc72fab0a32a94b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d29664b9ce4d46"/>
  </p:sldMasterIdLst>
  <p:notesMasterIdLst>
    <p:notesMasterId xmlns:r="http://schemas.openxmlformats.org/officeDocument/2006/relationships" r:id="R1c08327dac8e4b58"/>
  </p:notesMasterIdLst>
  <p:sldIdLst>
    <p:sldId xmlns:r="http://schemas.openxmlformats.org/officeDocument/2006/relationships" id="256" r:id="Ra6a5cbdae657419a"/>
    <p:sldId xmlns:r="http://schemas.openxmlformats.org/officeDocument/2006/relationships" id="257" r:id="Rdf1a9f6d68c64625"/>
    <p:sldId xmlns:r="http://schemas.openxmlformats.org/officeDocument/2006/relationships" id="258" r:id="R8648601527b14e9b"/>
    <p:sldId xmlns:r="http://schemas.openxmlformats.org/officeDocument/2006/relationships" id="259" r:id="R1ed1bdea5300486d"/>
    <p:sldId xmlns:r="http://schemas.openxmlformats.org/officeDocument/2006/relationships" id="260" r:id="Ra04b6cb2c2194418"/>
    <p:sldId xmlns:r="http://schemas.openxmlformats.org/officeDocument/2006/relationships" id="261" r:id="R3a480a578a054d22"/>
    <p:sldId xmlns:r="http://schemas.openxmlformats.org/officeDocument/2006/relationships" id="262" r:id="R20d8a064a87849ed"/>
    <p:sldId xmlns:r="http://schemas.openxmlformats.org/officeDocument/2006/relationships" id="263" r:id="R84b86760197a4467"/>
    <p:sldId xmlns:r="http://schemas.openxmlformats.org/officeDocument/2006/relationships" id="264" r:id="Re9ac0d93b46a46bf"/>
    <p:sldId xmlns:r="http://schemas.openxmlformats.org/officeDocument/2006/relationships" id="265" r:id="R4b61096b25c2431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56096c92534d38" /><Relationship Type="http://schemas.openxmlformats.org/officeDocument/2006/relationships/slideMaster" Target="/ppt/slideMasters/slideMaster1.xml" Id="R3ed29664b9ce4d46" /><Relationship Type="http://schemas.openxmlformats.org/officeDocument/2006/relationships/notesMaster" Target="/ppt/notesMasters/notesMaster1.xml" Id="R1c08327dac8e4b58" /><Relationship Type="http://schemas.openxmlformats.org/officeDocument/2006/relationships/presProps" Target="/ppt/presProps.xml" Id="R9921c9019fba49f2" /><Relationship Type="http://schemas.openxmlformats.org/officeDocument/2006/relationships/tableStyles" Target="/ppt/tableStyles.xml" Id="Rbf512ad3b1ac4607" /><Relationship Type="http://schemas.openxmlformats.org/officeDocument/2006/relationships/slide" Target="/ppt/slides/slide1.xml" Id="Ra6a5cbdae657419a" /><Relationship Type="http://schemas.openxmlformats.org/officeDocument/2006/relationships/slide" Target="/ppt/slides/slide2.xml" Id="Rdf1a9f6d68c64625" /><Relationship Type="http://schemas.openxmlformats.org/officeDocument/2006/relationships/slide" Target="/ppt/slides/slide3.xml" Id="R8648601527b14e9b" /><Relationship Type="http://schemas.openxmlformats.org/officeDocument/2006/relationships/slide" Target="/ppt/slides/slide4.xml" Id="R1ed1bdea5300486d" /><Relationship Type="http://schemas.openxmlformats.org/officeDocument/2006/relationships/slide" Target="/ppt/slides/slide5.xml" Id="Ra04b6cb2c2194418" /><Relationship Type="http://schemas.openxmlformats.org/officeDocument/2006/relationships/slide" Target="/ppt/slides/slide6.xml" Id="R3a480a578a054d22" /><Relationship Type="http://schemas.openxmlformats.org/officeDocument/2006/relationships/slide" Target="/ppt/slides/slide7.xml" Id="R20d8a064a87849ed" /><Relationship Type="http://schemas.openxmlformats.org/officeDocument/2006/relationships/slide" Target="/ppt/slides/slide8.xml" Id="R84b86760197a4467" /><Relationship Type="http://schemas.openxmlformats.org/officeDocument/2006/relationships/slide" Target="/ppt/slides/slide9.xml" Id="Re9ac0d93b46a46bf" /><Relationship Type="http://schemas.openxmlformats.org/officeDocument/2006/relationships/slide" Target="/ppt/slides/slide10.xml" Id="R4b61096b25c243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570a41eb834d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d1f4f753b54268" /><Relationship Type="http://schemas.openxmlformats.org/officeDocument/2006/relationships/notesMaster" Target="/ppt/notesMasters/notesMaster1.xml" Id="R07a99553c5d54d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14c5dd460e4cdd" /><Relationship Type="http://schemas.openxmlformats.org/officeDocument/2006/relationships/notesMaster" Target="/ppt/notesMasters/notesMaster1.xml" Id="Rb26b590ed81449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947bb0a40e44be" /><Relationship Type="http://schemas.openxmlformats.org/officeDocument/2006/relationships/notesMaster" Target="/ppt/notesMasters/notesMaster1.xml" Id="Rf14a4a2eb82f4c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e883d3cb134323" /><Relationship Type="http://schemas.openxmlformats.org/officeDocument/2006/relationships/notesMaster" Target="/ppt/notesMasters/notesMaster1.xml" Id="Ra4dcb244a24341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1b4463e9984372" /><Relationship Type="http://schemas.openxmlformats.org/officeDocument/2006/relationships/notesMaster" Target="/ppt/notesMasters/notesMaster1.xml" Id="R8a0fc8d72bb941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cb9bc5acec473c" /><Relationship Type="http://schemas.openxmlformats.org/officeDocument/2006/relationships/notesMaster" Target="/ppt/notesMasters/notesMaster1.xml" Id="R9d36d08bdb1248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fe62b97fc54ec6" /><Relationship Type="http://schemas.openxmlformats.org/officeDocument/2006/relationships/notesMaster" Target="/ppt/notesMasters/notesMaster1.xml" Id="Rb7fbcd1fd2954c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245cce616c470c" /><Relationship Type="http://schemas.openxmlformats.org/officeDocument/2006/relationships/notesMaster" Target="/ppt/notesMasters/notesMaster1.xml" Id="R9d363cf892af4a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f7abf6a1c24856" /><Relationship Type="http://schemas.openxmlformats.org/officeDocument/2006/relationships/notesMaster" Target="/ppt/notesMasters/notesMaster1.xml" Id="Rd212d8cbe53348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34ed5c4b144677" /><Relationship Type="http://schemas.openxmlformats.org/officeDocument/2006/relationships/notesMaster" Target="/ppt/notesMasters/notesMaster1.xml" Id="R8b99ab64f80d4a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15e60dd56c47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1c59c80f47437d" /><Relationship Type="http://schemas.openxmlformats.org/officeDocument/2006/relationships/slideLayout" Target="/ppt/slideLayouts/slideLayout1.xml" Id="Re1eac2c77be149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eac2c77be149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22448c60b4d38" /><Relationship Type="http://schemas.openxmlformats.org/officeDocument/2006/relationships/image" Target="/ppt/media/image.png" Id="Re1efcd8ca7e4474f" /><Relationship Type="http://schemas.openxmlformats.org/officeDocument/2006/relationships/image" Target="/ppt/media/image2.png" Id="Rba415643ad354ab7" /><Relationship Type="http://schemas.openxmlformats.org/officeDocument/2006/relationships/image" Target="/ppt/media/image3.png" Id="R7ebd4b3cb1d246ec" /><Relationship Type="http://schemas.openxmlformats.org/officeDocument/2006/relationships/notesSlide" Target="/ppt/notesSlides/notesSlide1.xml" Id="Raaf9b60e0c3d43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1870a05e642e0" /><Relationship Type="http://schemas.openxmlformats.org/officeDocument/2006/relationships/notesSlide" Target="/ppt/notesSlides/notesSlide2.xml" Id="Rbf81558f31004d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8afeb5a0b4e8b" /><Relationship Type="http://schemas.openxmlformats.org/officeDocument/2006/relationships/image" Target="/ppt/media/image4.png" Id="R0c8f009f22be41c0" /><Relationship Type="http://schemas.openxmlformats.org/officeDocument/2006/relationships/notesSlide" Target="/ppt/notesSlides/notesSlide3.xml" Id="R616713f140a642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e69f8243f42d3" /><Relationship Type="http://schemas.openxmlformats.org/officeDocument/2006/relationships/image" Target="/ppt/media/image5.png" Id="R09e72630bbc04ff3" /><Relationship Type="http://schemas.openxmlformats.org/officeDocument/2006/relationships/notesSlide" Target="/ppt/notesSlides/notesSlide4.xml" Id="R19461e04ea544c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97a4cd158486e" /><Relationship Type="http://schemas.openxmlformats.org/officeDocument/2006/relationships/image" Target="/ppt/media/image6.png" Id="Rcd1e50b849ca45fd" /><Relationship Type="http://schemas.openxmlformats.org/officeDocument/2006/relationships/notesSlide" Target="/ppt/notesSlides/notesSlide5.xml" Id="R30dc22fbada84a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821531e8d4c88" /><Relationship Type="http://schemas.openxmlformats.org/officeDocument/2006/relationships/image" Target="/ppt/media/image7.png" Id="R4d47fb2710384c71" /><Relationship Type="http://schemas.openxmlformats.org/officeDocument/2006/relationships/notesSlide" Target="/ppt/notesSlides/notesSlide6.xml" Id="Rd4d5a0a36ee648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2fcc6b6cf4a08" /><Relationship Type="http://schemas.openxmlformats.org/officeDocument/2006/relationships/image" Target="/ppt/media/image8.png" Id="R6672ce8ef8e94d26" /><Relationship Type="http://schemas.openxmlformats.org/officeDocument/2006/relationships/image" Target="/ppt/media/image9.png" Id="Ra76a4d503c1746c7" /><Relationship Type="http://schemas.openxmlformats.org/officeDocument/2006/relationships/notesSlide" Target="/ppt/notesSlides/notesSlide7.xml" Id="Rac7573abfdd54c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bd29c9d8e4fba" /><Relationship Type="http://schemas.openxmlformats.org/officeDocument/2006/relationships/image" Target="/ppt/media/image10.png" Id="R075804e91e854ea6" /><Relationship Type="http://schemas.openxmlformats.org/officeDocument/2006/relationships/notesSlide" Target="/ppt/notesSlides/notesSlide8.xml" Id="Rc283bd5bb79d4f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5dd56aed84363" /><Relationship Type="http://schemas.openxmlformats.org/officeDocument/2006/relationships/notesSlide" Target="/ppt/notesSlides/notesSlide9.xml" Id="R1ece942fbbc940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8b70617a14ff3" /><Relationship Type="http://schemas.openxmlformats.org/officeDocument/2006/relationships/notesSlide" Target="/ppt/notesSlides/notesSlide10.xml" Id="R070c21d939df498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F3248C-B064-4DEE-961B-1E5F4B29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D0A4D-0C7A-479B-B642-85A7465A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57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CFE54-8D2B-4FBC-AF55-1068499E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375EDBE2-43C5-412C-AB69-4764474C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3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C4A5437A-8625-4B05-A3F2-EC26C454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35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B35A"/>
                </a:solidFill>
                <a:latin typeface="Malgun Gothic"/>
                <a:ea typeface="Malgun Gothic"/>
                <a:cs typeface="Malgun Gothic"/>
              </a:rPr>
              <a:t>포트폴리오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268B3-066F-4926-8DC4-4968BA6C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3238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리더남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콘텐츠 운영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포트폴리오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C9EF5-7E6A-4B3E-B38F-9C45615C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EE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8DEE9"/>
                </a:solidFill>
                <a:latin typeface="Malgun Gothic"/>
                <a:ea typeface="Malgun Gothic"/>
                <a:cs typeface="Malgun Gothic"/>
              </a:rPr>
              <a:t>블로그 운영 · 교육 · 생활정보 콘텐츠 기록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77B77-29CF-425E-9D21-4909A832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3162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4CBD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4CBDA"/>
                </a:solidFill>
                <a:latin typeface="Malgun Gothic"/>
                <a:ea typeface="Malgun Gothic"/>
                <a:cs typeface="Malgun Gothic"/>
              </a:rPr>
              <a:t>다음채널 제출을 위해 실제 운영해온 채널, 대표 글, 콘텐츠 작성 원칙을 증빙 캡처와 함께 정리했습니다.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BA43B-A9B9-4752-9E8A-0F2D312F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735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DDC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DDC7"/>
                </a:solidFill>
                <a:latin typeface="Malgun Gothic"/>
                <a:ea typeface="Malgun Gothic"/>
                <a:cs typeface="Malgun Gothic"/>
              </a:rPr>
              <a:t>다음채널 콘텐츠뷰 신청 보강자료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D7AC61-F785-4CFF-A742-78D29EB2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76250"/>
            <a:ext cx="64389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efcd8ca7e4474f"/>
          <a:srcRect xmlns:a="http://schemas.openxmlformats.org/drawingml/2006/main" l="108" t="0" r="1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552450"/>
            <a:ext cx="6286500" cy="14287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23681F-5DD7-4054-A2C4-24460251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76450"/>
            <a:ext cx="628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유튜브 채널 운영 기록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026DDC-AD47-4075-B207-A4EEFCAE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00300"/>
            <a:ext cx="31527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415643ad354ab7"/>
          <a:srcRect xmlns:a="http://schemas.openxmlformats.org/drawingml/2006/main" l="5981" t="0" r="59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2476500"/>
            <a:ext cx="3000375" cy="30861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B99E76-0F61-4485-83CB-E5EFCC1A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57850"/>
            <a:ext cx="3000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네이버 블로그 운영 화면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60A010-E0CB-4DD8-9B92-914FE150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00300"/>
            <a:ext cx="30099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d4b3cb1d246ec"/>
          <a:srcRect xmlns:a="http://schemas.openxmlformats.org/drawingml/2006/main" l="28582" t="0" r="285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0" y="2476500"/>
            <a:ext cx="2857500" cy="30861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30E06D-76EA-4666-8F2F-FD2A1185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578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콘텐츠 운영 도구 화면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B8B718-D65E-44BD-A221-AA8C5F32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22F2F7-B9FE-467D-9873-A4D8AB25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리더남 콘텐츠 운영 포트폴리오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0D7DCE-AC02-476C-9C42-F5224335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724143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0817B1-4173-499B-BFB7-1631B059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1CCA0B4C-4DA0-48F3-9AB1-2E5AB1FB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E4733C82-078C-4D33-B4E8-C791DA15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rPr>
              <a:t>운영자 요약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5A42C-4E74-408B-8A39-1D052FD9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666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운영 범위는 채널, 글, 교육, 도구까지 이어집니다.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095A3-390B-447B-9C51-B71F4DFA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58578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리더남은 블로그와 유튜브에서 생활정보, 정책, 콘텐츠 운영 노하우를 다뤄왔습니다. 다음채널에는 검증된 글쓰기 경험과 실사용자 관점의 정보 정리 방식을 가져가겠습니다.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0B1EA-8390-4367-AEBB-17D1620B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01965-C5B0-49AD-86F2-628A2B0E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BE7B6-1814-4B85-B5DA-841405BE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019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블로그 100개 이상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A333A-BA93-4195-A65B-2D253592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운영·관리 경험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82E48-9D46-4D5E-830C-8FBC6223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655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DADE4-79A3-47AD-916E-8376054F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65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06C98E-6B72-4AF6-871E-D7FB2A37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4800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약 4년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88BFE-49B8-4992-90B7-9BB8B920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5760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교육 노하우 공유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CA97F-8A23-42F0-9C0B-8687583D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7655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244F55-66F8-4045-902E-E657C4E7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765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ECDD77-E6B3-421B-B154-FE517084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4800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3종+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4F045-E556-478E-A427-355016BA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5760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운영 플랫폼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A9D3C-9F83-448D-A16D-1AC69276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7655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44A48-C52E-4123-82E2-D9478524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765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3AE6FE-1A06-4A76-9352-F7F1CE8E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4800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기획 보조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2A5AA0-E832-4F3F-B04F-D752E9A0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5760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자체 도구 개발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531E3B-216C-40F6-98FC-FC2A2374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895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C43A55-0247-4205-A165-E5C66836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895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80C074-01D7-4960-9FAA-DDB75F20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861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제출 자료의 핵심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D7F66B-A1CA-42AB-B90F-B75F4B0A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8610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운영 기록은 유튜브·네이버 블로그·워드프레스·블로그스팟 캡처로 증빙하고, 다음채널 운영 계획은 정책·지원금·생활정보 중심으로 정리했습니다.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C6A8F9-44BD-418D-8095-42C46833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895350"/>
            <a:ext cx="1143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30744C-B542-476F-98DE-D7024FBF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333500"/>
            <a:ext cx="66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운영</a:t>
            </a:r>
          </a:p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기록</a:t>
            </a:r>
          </a:p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+</a:t>
            </a:r>
          </a:p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콘텐츠</a:t>
            </a:r>
          </a:p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65028D-154B-423C-8BD4-39A9B180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838700"/>
            <a:ext cx="904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2F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2FE"/>
                </a:solidFill>
                <a:latin typeface="Malgun Gothic"/>
                <a:ea typeface="Malgun Gothic"/>
                <a:cs typeface="Malgun Gothic"/>
              </a:rPr>
              <a:t>실제 운영자 관점으로</a:t>
            </a:r>
          </a:p>
          <a:p xmlns:a="http://schemas.openxmlformats.org/drawingml/2006/main">
            <a:pPr algn="l">
              <a:defRPr sz="975" b="0">
                <a:solidFill>
                  <a:srgbClr val="C7D2F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2FE"/>
                </a:solidFill>
                <a:latin typeface="Malgun Gothic"/>
                <a:ea typeface="Malgun Gothic"/>
                <a:cs typeface="Malgun Gothic"/>
              </a:rPr>
              <a:t>제출 자료를 구성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C02F34-670F-44EF-A9FD-47F987DB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1DA46E-8F97-40A5-96FE-3EFC89C7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리더남 콘텐츠 운영 포트폴리오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C77719-9C99-4966-95F0-77F855A4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139838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22B5F1-F9A5-42EF-A43B-D1DE0278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D68A5FE1-9660-4339-B4FA-3ADE6B59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1B63D0FC-597B-4A0D-9B9E-3A2EEC7E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rPr>
              <a:t>유튜브 운영 기록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B61CD-C326-453B-B9E6-E28BEF0E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6762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교육 콘텐츠는 운영 경험을 설명 가능한 지식으로 바꿉니다.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C7924-4F6F-4B47-91F8-3C590FA1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59626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f009f22be41c0"/>
          <a:srcRect xmlns:a="http://schemas.openxmlformats.org/drawingml/2006/main" l="0" t="195" r="0" b="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790700"/>
            <a:ext cx="5810250" cy="3543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C958C-F172-4C4E-BBA4-518293D4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581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채널 메인 화면과 영상 목록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0C73F-78EB-4978-BD37-E4922557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24000"/>
            <a:ext cx="4038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805AE-0A68-47D3-8B47-E9ABDD98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24000"/>
            <a:ext cx="4038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443C6-00F8-4DDC-8943-CEE59764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76400"/>
            <a:ext cx="3695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콘텐츠 방향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8DF79-E066-490A-8935-ADDF4694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81200"/>
            <a:ext cx="3695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블로그·애드센스·자동화 도구 활용 경험을 초보자도 따라올 수 있는 교육형 콘텐츠로 풀어왔습니다.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C8272-465C-4DA7-8813-BCE12CE8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28950"/>
            <a:ext cx="4038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D6590-D3FB-4658-8E5E-B06B4D8B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28950"/>
            <a:ext cx="4038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83CD66-6362-46B5-97D1-9C939329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81350"/>
            <a:ext cx="3695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심사 관점의 의미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7067FC-2EF3-4527-A896-3F542B5F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86150"/>
            <a:ext cx="3695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단순 게시보다 기획 의도와 학습 흐름을 설명할 수 있는 운영자임을 보여주는 증빙입니다.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B53860-11D3-48E3-9B78-E3CC9618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053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FF"/>
          </a:solidFill>
          <a:ln xmlns:a="http://schemas.openxmlformats.org/drawingml/2006/main" w="9525">
            <a:solidFill>
              <a:srgbClr val="243B6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7A4441-5A20-41B2-8D49-4E4249CB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625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3B6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43B67"/>
                </a:solidFill>
                <a:latin typeface="Malgun Gothic"/>
                <a:ea typeface="Malgun Gothic"/>
                <a:cs typeface="Malgun Gothic"/>
              </a:rPr>
              <a:t>채널 운영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F65A87-5716-413A-9316-43D7C73F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053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EC"/>
          </a:solidFill>
          <a:ln xmlns:a="http://schemas.openxmlformats.org/drawingml/2006/main" w="9525">
            <a:solidFill>
              <a:srgbClr val="0E9F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10F55-9904-48E8-9F91-3DE5D9C4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625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F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E9F6E"/>
                </a:solidFill>
                <a:latin typeface="Malgun Gothic"/>
                <a:ea typeface="Malgun Gothic"/>
                <a:cs typeface="Malgun Gothic"/>
              </a:rPr>
              <a:t>교육형 글쓰기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C877C9-7940-47D5-8226-7C043D31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70535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DB"/>
          </a:solidFill>
          <a:ln xmlns:a="http://schemas.openxmlformats.org/drawingml/2006/main" w="9525">
            <a:solidFill>
              <a:srgbClr val="F05A3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411606-BDED-4AD1-A7C3-D53E80DE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7625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rPr>
              <a:t>운영 노하우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E5CB83-9D7C-4B89-969B-E1B94DCE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911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유튜브는 포트폴리오의 보조 증빙으로 사용하고, 다음채널 본문은 생활정보와 정책 안내 중심으로 운영합니다.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18EC11-01E0-4936-B6AA-91D13613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F8441B-E88E-45A9-B224-06417CF0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리더남 콘텐츠 운영 포트폴리오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1E9AA5-D4E9-4108-B1A3-16B276EB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876403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3C9C3E-CE9F-4725-9BA1-E8B7E1D6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48B083CA-F74D-45F5-AAF4-D025E76E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135AB960-18EF-4BD5-9331-7355AAD6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rPr>
              <a:t>네이버 블로그 운영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3CC11-4B2D-47DA-B1DC-6E0DEB4B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생활정보형 블로그는 꾸준한 발행과 카테고리 관리가 핵심입니다.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79D00-A87D-4227-841D-6F1DD56C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5534025" cy="3629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72630bbc04ff3"/>
          <a:srcRect xmlns:a="http://schemas.openxmlformats.org/drawingml/2006/main" l="0" t="14330" r="0" b="143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809750"/>
            <a:ext cx="5381625" cy="3476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E2677-3D68-419B-9650-6D82F049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5381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네이버 블로그 메인과 글 목록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6363F-51CA-46BF-B086-C24C3B46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390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57577-B20C-43E4-8345-F4E3FFF5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3905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2E57C-58C4-4B0F-9B26-C42D21E0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52600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운영 주제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C13C6-797A-4A3A-8B0A-39283CD5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57400"/>
            <a:ext cx="3562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정부지원금, 생활비, 지역 지원, 정책 변경처럼 검색 수요가 반복되는 주제를 정리합니다.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0B52B6-2F0F-47D9-99CD-D4FD77AB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390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7B2A5-AF8E-4E72-A05E-48A8FCF7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3905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DCA671-28B5-4188-8663-C1524B39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09900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독자 관점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8D3071-1EA8-4024-908F-0C0FAF39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14700"/>
            <a:ext cx="3562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신청 조건, 확인 순서, 준비 서류처럼 실제 행동에 필요한 정보를 앞쪽에 배치합니다.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FBB358-D205-4D6F-A38F-14B8DD38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390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803B1-F1C0-47D1-AA5B-DBEB6261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3905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DF3E-2A4F-4774-93D3-C1F5DCA5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67200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다음채널 전환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AA7062-8248-4F69-822C-525F5E2B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72000"/>
            <a:ext cx="3562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기존 블로그 운영 방식은 다음채널에서도 생활정보 큐레이션으로 자연스럽게 확장됩니다.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856167-DB0D-4F58-8D87-5C9E4F3E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2450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네이버 증빙은 여러 플랫폼 중 하나이며, 다음채널 제출본에서는 운영 이력의 신뢰도를 보강하는 역할을 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2B09E2-983D-4381-B7AC-9CE57DD3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AE3863-457F-4323-A3D6-3608BDC1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리더남 콘텐츠 운영 포트폴리오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6FA9C5-B765-4C94-B2E8-8BBC549E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105167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0BF76A-7DDD-46FD-BE86-44A63A30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4F7FF9A4-234A-4F2C-BCAE-B0C155CB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0D7B2A8D-98F4-4C88-BE48-C011635D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rPr>
              <a:t>정책·지원금 글 예시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D563A-B0CD-4060-96DF-19169561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334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정책 글은 제목보다 확인 순서와 적용 범위가 더 중요합니다.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9C039-4012-4286-9525-5DAD76E5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15290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1e50b849ca45fd"/>
          <a:srcRect xmlns:a="http://schemas.openxmlformats.org/drawingml/2006/main" l="0" t="18559" r="0" b="185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1695450"/>
            <a:ext cx="4000500" cy="3714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C1541-BBAC-4528-B24C-1AE3B302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지원금 계좌 오류 글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A7019-6F3C-427C-80DF-397CE399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19250"/>
            <a:ext cx="4476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69CF6-BBC6-4EDB-9CD2-BB7B19EE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1925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CA4E4E-F780-4DCA-B22D-13BAC0A7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771650"/>
            <a:ext cx="413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1. 문제 상황을 먼저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DDB0C0-2BE9-46CD-AC54-337ECC4F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76450"/>
            <a:ext cx="413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지급 보류, 입금 확인, 지연 사유처럼 독자가 바로 겪는 문제를 첫 문단에서 정리합니다.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5B442-C2FB-4386-B059-9886F4EF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14650"/>
            <a:ext cx="4476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12F158-6A9E-48B9-AC3D-5959D668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1465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FB409-6B0C-42CE-AA30-332DCE35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67050"/>
            <a:ext cx="413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2. 적용 조건을 좁혀 안내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80FF9-7296-4CC9-BAA1-F811259A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71850"/>
            <a:ext cx="413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계좌번호, 예금주, 은행 앱 확인처럼 직접 확인 가능한 기준을 분리합니다.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B450E6-B73D-458C-931D-FEFEE8A2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10050"/>
            <a:ext cx="4476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663D80-D416-4E61-9302-A933BFDE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1005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145CE3-4E7C-458F-9ED4-797698FB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362450"/>
            <a:ext cx="413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3. 문의·해결 순서를 제시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A613CF-ED30-45F4-A949-3FC81B82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667250"/>
            <a:ext cx="413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단순 정보 나열이 아니라 독자가 다음 행동을 정할 수 있도록 순서를 만듭니다.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800757-0A7D-45F9-B6E2-AA730B1E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56260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다음채널에서는 이 방식을 유지해 4050 독자가 바로 이해할 수 있는 생활형 정책 안내를 발행합니다.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7A8B29-AF16-47B3-B124-3EC1FB53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120B30-74B3-4E6E-8089-139CD632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리더남 콘텐츠 운영 포트폴리오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6A3E79-6824-4FFF-826E-BEF9C1FD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0113165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8DCEFE-7B61-4EF6-8158-74432D8E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41B78EF7-9946-43DC-A8EC-9CDBD2CF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9C03FEC6-A074-459E-97F8-D1A2F989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rPr>
              <a:t>워드프레스 운영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2ECB6-78CA-4EFC-8775-85468664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334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워드프레스 글은 긴 주제를 한 페이지에서 읽히도록 구성했습니다.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F34EC-60F3-43B5-B437-01039EFC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32956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7fb2710384c71"/>
          <a:srcRect xmlns:a="http://schemas.openxmlformats.org/drawingml/2006/main" l="0" t="17361" r="0" b="173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1676400"/>
            <a:ext cx="3143250" cy="3886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A8C77-8F54-4DBD-8D3D-BE8659DC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워드프레스 기사형 글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1D638-624F-44FD-82AA-FCA52CAE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5260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01435-2764-4B2B-83CA-68ED422F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24000"/>
            <a:ext cx="4095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614B6-B3BF-4055-BE3B-21474DDC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24000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69881-6897-4FD7-A6C9-3829543C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76400"/>
            <a:ext cx="3752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상단 시각 자료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260C1-182D-4A4A-8405-01A1A2FF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81200"/>
            <a:ext cx="3752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대표 이미지를 먼저 배치해 글의 주제를 빠르게 이해하도록 구성합니다.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1D996-F6A7-42F1-84FC-FFEF19D5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95600"/>
            <a:ext cx="4095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E162E-3DE5-4935-AF34-A768A89E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95600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0905F-8142-44DA-97AD-B5EF1630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48000"/>
            <a:ext cx="3752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본문 흐름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418553-6985-4A23-84EE-C0F64C3F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52800"/>
            <a:ext cx="3752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소제목, 사례, 확인 포인트를 나누어 긴 글도 중간 이탈을 줄입니다.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9CC041-893A-40AB-B4E1-122C5281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67200"/>
            <a:ext cx="4095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C52F40-D57C-4EFC-B45E-3AD5F5E1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67200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AB5FC3-922E-4D8C-8941-3B9B19BC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19600"/>
            <a:ext cx="3752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플랫폼 확장성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CA25B2-33D0-4099-8ED0-BA3E6D5D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24400"/>
            <a:ext cx="3752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블로그 외부 채널에서도 주제 선정과 구조화 역량을 보여주는 자료입니다.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CE6D8D-17C0-4D47-9263-74176F84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197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워드프레스 경험은 다음채널에서 독립적인 콘텐츠 편집 능력을 보여주는 보강 근거입니다.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189256-43BB-409F-A660-EE4A5C4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72F454-D620-42A3-B1C4-3D914E00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리더남 콘텐츠 운영 포트폴리오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964B24-F26B-4458-A238-4297DF47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430860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F78473-DA77-40A8-BBDE-689AC542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B57D475E-D3FE-4736-9E3F-F7F1ACE4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1A2D0B28-1D90-4C3B-B01C-688A3901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rPr>
              <a:t>블로그스팟 운영 기록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B37B4-A1F3-4ED0-A08E-A747FC22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42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블로그스팟은 주제 묶음과 전체 읽기 흐름을 확인하기 좋은 증빙입니다.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89594-1E3A-4D46-9243-D7A9D1FF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42481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2ce8ef8e94d26"/>
          <a:srcRect xmlns:a="http://schemas.openxmlformats.org/drawingml/2006/main" l="0" t="2049" r="0" b="20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676400"/>
            <a:ext cx="4095750" cy="2819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34C60-323E-47D2-A0C1-5D255673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블로그스팟 글 목록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0261A-E88C-4294-B0F1-C0BFDE64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00200"/>
            <a:ext cx="57721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a4d503c1746c7"/>
          <a:srcRect xmlns:a="http://schemas.openxmlformats.org/drawingml/2006/main" l="0" t="2706" r="0" b="27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1676400"/>
            <a:ext cx="5619750" cy="2819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8F494-E338-4E3A-98E1-5F438896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91050"/>
            <a:ext cx="561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본문 목차와 기사 흐름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B3DC26-0371-4BF3-92CB-6259085A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71D06-77D0-4169-BDCC-D6D37EE7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8E7EB2-06F2-4885-9A09-E515A99F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2514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연속 발행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7768D-B84F-4D61-AE0A-F8D97CFD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2514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같은 대주제 안에서 여러 글을 연결해 독자의 탐색 흐름을 만듭니다.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C71861-3FED-4975-A0FA-0FEB9F36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7680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4BE63-9025-48E5-B114-26CCFC1B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768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FA807C-150F-4A4B-955A-0CD7E571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029200"/>
            <a:ext cx="2514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목차형 구성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FCA624-2DC6-4B40-910D-3D6F362B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334000"/>
            <a:ext cx="2514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긴 글은 전체 읽기 절차를 먼저 보여주고 본문으로 들어갑니다.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BBAD5D-E81A-4710-BBC6-FDA427A4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7680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49ED08-9342-43AB-B213-F8C9AAD4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768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D0392E-A61F-41D2-BEC7-6F55B2D0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29200"/>
            <a:ext cx="2514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다음채널 적용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2BB224-F0E2-453A-B346-7F6A9C02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334000"/>
            <a:ext cx="2514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월드컵·정책·생활정보처럼 반복 수요가 있는 주제에 맞습니다.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49AD23-6607-4B9B-AD31-3039E9BE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056196-B2ED-4E90-90A0-9330B2DD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리더남 콘텐츠 운영 포트폴리오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5E5E77-C969-4A50-B9C9-5A74B145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45425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20BAC5-113B-456B-B5C1-6BC7D706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A4866F04-6DD8-4C46-8EB9-15719D2E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3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84986781-80F2-4F1F-BD85-D456BA04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35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B35A"/>
                </a:solidFill>
                <a:latin typeface="Malgun Gothic"/>
                <a:ea typeface="Malgun Gothic"/>
                <a:cs typeface="Malgun Gothic"/>
              </a:rPr>
              <a:t>콘텐츠 기획 도구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EA6D5-CB2C-4521-AE1D-53AE5251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키워드 도구는 글쓰기 이전의 기획 기준을 정리한 결과물입니다.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8B54D-6F3D-4A4C-9897-0807FBBB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647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AE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6DAE3"/>
                </a:solidFill>
                <a:latin typeface="Malgun Gothic"/>
                <a:ea typeface="Malgun Gothic"/>
                <a:cs typeface="Malgun Gothic"/>
              </a:rPr>
              <a:t>도구 자체를 전면에 내세우기보다, 콘텐츠 운영 경험과 교육 과정에서 발견한 어려움을 정리한 결과물로 보여줍니다.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650E9-B5AE-4020-B569-48DE2D05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66294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804e91e854ea6"/>
          <a:srcRect xmlns:a="http://schemas.openxmlformats.org/drawingml/2006/main" l="0" t="9561" r="0" b="95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457450"/>
            <a:ext cx="6477000" cy="304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A4DD82-F089-49EA-9626-A5F7A05B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647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키워드 발굴·분류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2A560-8FBF-4473-8FCF-690A59FD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2410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058B0-7D72-4E6B-8779-8B0D9B16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2410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C62AB-38D3-43AD-A5ED-A9AE297F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765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기획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2005D1-2325-4D77-906D-01DB853E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8130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검색량, 문서 수, 발행 난이도를 함께 보고 주제를 고릅니다.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C4D60-D997-47D6-A26A-7FC4F8B3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89CAE5-987C-40A2-A8DA-BF37198A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874CBB-A5E7-42D7-8ED2-50CA432B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576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교육 경험 반영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84472E-8D1F-4EE8-B22C-31EE10F3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6240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초보 운영자가 어려워하는 주제 선별 과정을 도구 화면으로 정리했습니다.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2797D-FDF5-4C5E-A95F-EE6C1A9B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8630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EACA64-4027-40D2-B4E4-8242776D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8630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C9280A-D203-4F98-8A70-B26DD40E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387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다음채널 활용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9DEFDA-33BB-405A-9B0C-F396239F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14350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생활정보 주제를 고를 때 독자 수요와 작성 가능성을 함께 판단합니다.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0A91CC-669A-4D1B-9F56-AA73620E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A7E29E-A4C6-4AF3-98DF-F9784E39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리더남 콘텐츠 운영 포트폴리오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D05D45-5A5B-48D9-8918-929020CD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2058467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D8E1CF-D0F5-474C-8370-D11441E7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24B9716A-0D25-4316-A7C1-C939F096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980CD443-224C-439B-9A8B-18904249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rPr>
              <a:t>다음채널 운영 계획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5C2CC-94B1-4FF3-8F64-98E6FF7A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620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다음채널은 4050 독자가 바로 쓰는 생활정보 채널로 운영합니다.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E696D-CE79-4DBC-BBE9-69D2C6EA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695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정책·지원금·생활비·디지털 활용 정보를 중심으로, 검색형 글과 반복 조회형 글을 균형 있게 발행하겠습니다.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1B5B7-CF85-48AA-8CAD-B5153015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381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01979-AE64-492B-9F5F-D711E176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C75CD-B327-4FA4-80AC-4C27A88E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62250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1단계: 생활 문제 선정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DD734-8716-4D20-B703-B205575F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28950"/>
            <a:ext cx="354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지원금, 계좌, 통신비, 세금, 지역 혜택처럼 독자가 자주 확인하는 문제를 고릅니다.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827BC-278E-4A7D-9C65-AE94A755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4381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91CB6-3729-4E4C-944D-84E96BBF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622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475AF-49DC-46C6-964C-8281BCB1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2단계: 확인 순서 정리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16A51C-18A5-41AF-A9E1-EF2E5C07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28950"/>
            <a:ext cx="354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조건, 신청 기간, 준비 서류, 문의처를 나누어 실제 행동 순서대로 구성합니다.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787C97-D565-4130-8053-29F24D38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4381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965D19-E43B-466B-AB13-382D915C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2D76D-48A0-4765-85F5-CED510FF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05300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3단계: 쉬운 문장으로 발행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F057B-4276-4B43-9BC2-B4EDE2C9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72000"/>
            <a:ext cx="354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복잡한 행정 용어는 풀어 쓰고, 핵심 판단 기준은 앞쪽에 배치합니다.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6F0100-EEAA-41E2-B189-3D763772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4381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8CF5A5-E6C1-4B8F-8CB2-BFF4C4B2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053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589487-7AD7-4F40-A432-2C1DBF20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05300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4단계: 시의성 업데이트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580E05-7C0C-4BBA-AB70-69B5FA38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72000"/>
            <a:ext cx="354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정책 변경, 지급 일정, 신청 마감처럼 바뀌는 정보를 주기적으로 보완합니다.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F1B7FF-C8E3-427B-8382-BA4A0673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운영 방향: 생활정보 · 정책지원 · 4050 독자 · 신뢰 가능한 확인 순서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D0DA83-AFAB-4E9F-9DEA-98293CEB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756067-3DBE-4A9D-B9EE-303E4CEB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리더남 콘텐츠 운영 포트폴리오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E1541E-10F5-40D6-AA70-2467FA22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5739643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3EBB2B-5C6E-4D18-A690-44F9440C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E7C5C999-4B55-4C02-8AD9-B570648F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71F039A0-5444-42F4-8490-2534D332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rPr>
              <a:t>콘텐츠 작성 원칙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273F1-DC0A-4A1A-8A4C-DA945D6C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81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제출 자료는 운영 기록과 앞으로의 발행 원칙을 함께 보여줍니다.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827B0-9C18-43DB-BB8A-C02C7BA0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3143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7456A-59BD-48F3-97E1-B9ED56CE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EE123-1AFF-4103-9E5E-5A2FB2C7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원칙 1. 실제 독자 문제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F0535-02D6-4791-BBF1-9C37A7D4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800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조회만 노린 주제보다 독자가 바로 확인하고 판단할 수 있는 생활 문제를 우선합니다.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E07F0-191E-44E0-873D-65C271E1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3143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67285-E9B6-48EA-9C5F-CC9707CC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E375E-59BF-4277-8739-7ED9C084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1930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원칙 2. 확인 가능한 구조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E60E6-0E80-4D3D-B1D3-2BCA67EE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24100"/>
            <a:ext cx="2800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조건, 대상, 기간, 문의처, 주의사항을 분리해 정보의 신뢰도를 높입니다.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CCDA2-F2D0-458B-9B91-604A72E0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3143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5415D1-C01B-4B9D-A811-045162A5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2695C-B43E-4D73-B3D6-B4B6D4BF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1930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원칙 3. 쉬운 문장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367882-741E-460B-ADCB-9BC77880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24100"/>
            <a:ext cx="2800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행정·금융·생활 용어는 4050 독자가 부담 없이 읽을 수 있게 풀어 씁니다.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F6067F-10DF-4248-B378-A335D71A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48100"/>
            <a:ext cx="3905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7EE1EE-BA80-4375-AFCC-8F367871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48100"/>
            <a:ext cx="3905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910955-0B36-4E59-B4FE-53A6DEB8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00500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대표 자료 구성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860A31-C2BB-48EA-8CB8-56BBEEA3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305300"/>
            <a:ext cx="3562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포트폴리오 페이지, 운영 채널, 대표 콘텐츠 URL을 함께 제출해 실제 운영 기록을 확인할 수 있도록 구성했습니다.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B2A779-0C8C-4CC1-B3C2-052EA92D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48100"/>
            <a:ext cx="3905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31D5BA-DF5E-49C2-9FFA-7A03A3CF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48100"/>
            <a:ext cx="3905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E0E3BE-2FFF-4D68-A08E-ACEE0421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00500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최종 제출 권장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0E5913-8B07-4322-8A1C-625B1EBC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05300"/>
            <a:ext cx="3562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PPTX는 편집용으로 보관하고, 심사용 제출본은 글꼴과 배치가 유지되는 PDF 파일을 사용합니다.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32214D-B60B-4CDB-AE0B-6FC46EF2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A7C851-7EDA-494B-8A07-D01AF78E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리더남 콘텐츠 운영 포트폴리오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152FF3-C26B-4BB9-9A7F-3E6CD105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963557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2026-06-15T11:00:36.5760000Z</dcterms:created>
  <dcterms:modified xsi:type="dcterms:W3CDTF">2026-06-15T11:00:36.5760000Z</dcterms:modified>
</coreProperties>
</file>